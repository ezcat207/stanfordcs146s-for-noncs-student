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f9e7bf0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f9e7bf0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Pause for questions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9e7bf0c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9e7bf0c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439ee02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439ee02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439ee024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439ee024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39ee024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439ee024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439ee024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439ee024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439ee024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439ee024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439ee024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439ee024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439ee024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439ee024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439ee024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439ee024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439ee024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439ee024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439ee024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439ee024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Idioms in your codebase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Database access patterns (i.e. use this service rather than a direct DB lookup)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439ee024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439ee024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team members adapt their mental model of the system as it’s changing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Ensures the change correctly solves the problem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Opens discussion for strengths and weaknesses of a design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Catches bugs before they get to production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Keeps the code style and organization consistent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439ee024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439ee024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Provides specific details.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References specific code or issues.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Suggests a resolution to the problem.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Roboto"/>
              <a:buChar char="●"/>
            </a:pPr>
            <a:r>
              <a:rPr lang="en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Cites evidence or provides an explanation</a:t>
            </a:r>
            <a:endParaRPr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439ee024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439ee024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14b10c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14b10c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Automation reduces review time and catches issues early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Developers learn best practices through AI suggestions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applies the same standards across all code reviews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handles routine checks, letting humans focus on complex logic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systems improve over time with more data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modern AI code review tools go deeper, offering contextual analysis and pattern recognition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439ee024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439ee024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Automation reduces review time and catches issues early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Developers learn best practices through AI suggestions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applies the same standards across all code reviews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handles routine checks, letting humans focus on complex logic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systems improve over time with more data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modern AI code review tools go deeper, offering contextual analysis and pattern recognition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f9e7bf0c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f9e7bf0c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Source: https://www.youtube.com/watch?v=TswQeKftnaw</a:t>
            </a:r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d2d7e1b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d2d7e1b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Graphite example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Developers learn best practices through AI suggestions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applies the same standards across all code reviews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handles routine checks, letting humans focus on complex logic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AI systems improve over time with more data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modern AI code review tools go deeper, offering contextual analysis and pattern recognition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Need to explicitly tell it what not to review and aspects of your code patterns/idioms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Be especially mindful of user input, authentication, file operations, network requests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439ee02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8439ee02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raphite.dev/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log.codinghorror.com/code-reviews-just-do-it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hyperlink" Target="https://blakesmith.me/2015/02/09/code-review-essentials-for-software-teams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hyperlink" Target="https://www.greptile.com/blog/ai-code-reviews-conflic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TswQeKftnaw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- 11/7/25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850491" y="3910550"/>
            <a:ext cx="3547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CPO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Graphite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Tomas Reimers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0125" y="1219875"/>
            <a:ext cx="2703725" cy="27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Code Review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263" y="545950"/>
            <a:ext cx="5667375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code review is one of the highest leverage activities you can do to become a better engineer and improve overall team code quality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review has 55-60% error detection rate compared to 25-45% for different testing modes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Study of errors on programs without/with code review reported 4.5 → 0.82 errors/100 lines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Study at AT&amp;T showed code review had 14% increase in productivity and 90% decrease in defects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6499610" y="4096600"/>
            <a:ext cx="2061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Coding Horror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Logic and correctness errors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15" name="Google Shape;115;p20" title="Screenshot 2025-09-27 at 12.32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360" y="1465463"/>
            <a:ext cx="5293901" cy="22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Readability and maintainability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0" name="Google Shape;130;p22" title="Screenshot 2025-09-27 at 12.32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337" y="1226986"/>
            <a:ext cx="8127325" cy="26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45" name="Google Shape;145;p24" title="Screenshot 2025-09-27 at 12.32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8776" y="326000"/>
            <a:ext cx="6246400" cy="41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0" name="Google Shape;160;p26" title="Screenshot 2025-09-27 at 1.00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425" y="994575"/>
            <a:ext cx="641985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Catch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practices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75" name="Google Shape;175;p28" title="Screenshot 2025-09-27 at 12.34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854250"/>
            <a:ext cx="729615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2034" y="0"/>
            <a:ext cx="397488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7014975" y="3995549"/>
            <a:ext cx="2031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Blake Smith</a:t>
            </a:r>
            <a:endParaRPr i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/>
          <p:nvPr/>
        </p:nvSpPr>
        <p:spPr>
          <a:xfrm>
            <a:off x="1423725" y="2767275"/>
            <a:ext cx="6617400" cy="140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a Good Code Review</a:t>
            </a:r>
            <a:endParaRPr/>
          </a:p>
        </p:txBody>
      </p:sp>
      <p:sp>
        <p:nvSpPr>
          <p:cNvPr id="190" name="Google Shape;190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3665625" y="1205175"/>
            <a:ext cx="16323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won’t work</a:t>
            </a:r>
            <a:endParaRPr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4247150" y="1896975"/>
            <a:ext cx="581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1564100" y="2799350"/>
            <a:ext cx="64269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656D76"/>
                </a:solidFill>
                <a:latin typeface="Roboto"/>
                <a:ea typeface="Roboto"/>
                <a:cs typeface="Roboto"/>
                <a:sym typeface="Roboto"/>
              </a:rPr>
              <a:t>I see your new method matches the existing style in this file, taking [X] parameters. Having that many parameters hurts readability and implies the function is doing too much. What do you think about refactoring this method and the existing ones in a later pull request to reduce how many parameters they take?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3625525" y="1163050"/>
            <a:ext cx="1672500" cy="50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AI World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Graphite </a:t>
            </a:r>
            <a:r>
              <a:rPr lang="en"/>
              <a:t>(guest lecture 11/7)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Greptile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Coderabbit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Claude Code / Codex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209" name="Google Shape;209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Efficiency 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Consistency	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Knowledge sharing	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Reduced cognitive load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Continuous improvement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Holistic understanding of your code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20" name="Google Shape;220;p33" title="Screenshot 2025-09-27 at 2.50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374" y="796350"/>
            <a:ext cx="5230224" cy="35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3"/>
          <p:cNvSpPr txBox="1"/>
          <p:nvPr/>
        </p:nvSpPr>
        <p:spPr>
          <a:xfrm>
            <a:off x="7505704" y="4297275"/>
            <a:ext cx="1494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Greptile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28" name="Google Shape;228;p34" title="Screenshot 2025-11-02 at 6.02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00" y="471826"/>
            <a:ext cx="8317301" cy="377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4"/>
          <p:cNvSpPr txBox="1"/>
          <p:nvPr/>
        </p:nvSpPr>
        <p:spPr>
          <a:xfrm>
            <a:off x="7454204" y="4309010"/>
            <a:ext cx="1494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Graphite</a:t>
            </a:r>
            <a:endParaRPr i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AI Code Review in Action</a:t>
            </a:r>
            <a:endParaRPr/>
          </a:p>
        </p:txBody>
      </p:sp>
      <p:sp>
        <p:nvSpPr>
          <p:cNvPr id="235" name="Google Shape;235;p3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43" name="Google Shape;243;p3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configuration/setup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False positives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Have to train the system → continuous learning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Can’t yet catch the idioms and repo best practices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Can’t handle complex business logic and architecture decisions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that’s where humans are still needed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be extra cautious with security changes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misses edge cases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review is more important now than ever with AI coding systems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You own the code that is merged and shipped, no blaming of the AI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3414000" y="1989225"/>
            <a:ext cx="231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