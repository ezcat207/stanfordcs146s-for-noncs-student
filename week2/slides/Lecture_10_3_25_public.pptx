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Recall what we did in the last class, this was like the pre-MCP days. The APIs were pretty well-formatted so getting the LLM to use them wasn’t super challenging.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want to enable your LLM to access a 3rd party 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think of all the things that could be challenging: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documentation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Inconsistent data exchange formats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Error handling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onus is on your to interpret all of those factors for this API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3ca004c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3ca004c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having to do that for 100s of APIs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3ca004c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3ca004c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integrating many LLM apps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a mess: NxM </a:t>
            </a:r>
            <a:r>
              <a:rPr lang="en"/>
              <a:t>connectors</a:t>
            </a:r>
            <a:r>
              <a:rPr lang="en"/>
              <a:t> across LLM apps and API integration points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list_files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edit_file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You can see the tool being called by the MCP server, though we have to be a bit more explicit about mentioning what server to use since there are a lot of tools. 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Mitigations: https://arxiv.org/pdf/2505.03275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a7c0ae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ea7c0a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image" Target="../media/image8.png"/><Relationship Id="rId10" Type="http://schemas.openxmlformats.org/officeDocument/2006/relationships/image" Target="../media/image14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1" Type="http://schemas.openxmlformats.org/officeDocument/2006/relationships/image" Target="../media/image3.png"/><Relationship Id="rId10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MCP and Beyond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weather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president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price of 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the narrator in Nike’s latest ad campaign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RAG and tool-calling are the best answer we have today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History: in the distant past pre-November 2024 when MCP was introduced…</a:t>
            </a:r>
            <a:endParaRPr sz="1800"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693572" y="872069"/>
            <a:ext cx="3953100" cy="376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0" name="Google Shape;90;p17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987594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2" y="944719"/>
            <a:ext cx="1134825" cy="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672" y="1615919"/>
            <a:ext cx="3512426" cy="27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390075" y="23658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364835" y="25182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7"/>
          <p:cNvSpPr txBox="1"/>
          <p:nvPr/>
        </p:nvSpPr>
        <p:spPr>
          <a:xfrm>
            <a:off x="2602625" y="2492998"/>
            <a:ext cx="568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6300" y="2034794"/>
            <a:ext cx="1563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APIs do you expose?</a:t>
            </a:r>
            <a:endParaRPr b="1" i="1"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integrating with a questionable 3rd party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253750" y="8639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5" name="Google Shape;105;p18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22347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01" y="892348"/>
            <a:ext cx="443192" cy="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8927" y="1154478"/>
            <a:ext cx="1371744" cy="107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 flipH="1" rot="10800000">
            <a:off x="1932875" y="1744244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 flipH="1">
            <a:off x="1907700" y="188945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2395750" y="1682163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APIs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274445" y="28451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882" y="3123050"/>
            <a:ext cx="1312925" cy="112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51" y="2897647"/>
            <a:ext cx="168899" cy="1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331845" y="1738002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6599" y="2035100"/>
            <a:ext cx="1186612" cy="10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89326" y="1740146"/>
            <a:ext cx="443200" cy="294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>
            <a:off x="1976777" y="3028047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/>
          <p:nvPr/>
        </p:nvCxnSpPr>
        <p:spPr>
          <a:xfrm rot="10800000">
            <a:off x="1951602" y="287564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2819152" y="28346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2152987" y="2723725"/>
            <a:ext cx="391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 rot="10800000">
            <a:off x="2104075" y="2571325"/>
            <a:ext cx="3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 txBox="1"/>
          <p:nvPr/>
        </p:nvSpPr>
        <p:spPr>
          <a:xfrm>
            <a:off x="3433775" y="22389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1" name="Google Shape;131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LLM apps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Extends from Language Server Protocols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Allows for proactive agentic workflows rather than purely reactive ones as in LSP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167" name="Google Shape;16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SSE transport layer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5" name="Google Shape;205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custom MCP server from scratch!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don’t handle many tools very well today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 eat up your context window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APIs to be AI-native rather that rigid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125700" y="1920075"/>
            <a:ext cx="28926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